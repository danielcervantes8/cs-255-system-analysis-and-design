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BDE5A6-11C6-4907-90BC-BFA2BE48B29D}" v="10" dt="2026-04-20T03:38:49.4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72" d="100"/>
          <a:sy n="72" d="100"/>
        </p:scale>
        <p:origin x="10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ervantes, Daniel" userId="a1997015-9fb1-42ff-a743-333806364dfd" providerId="ADAL" clId="{A1C213B0-0911-499C-9EF5-85D48F910FA1}"/>
    <pc:docChg chg="undo custSel modSld">
      <pc:chgData name="Cervantes, Daniel" userId="a1997015-9fb1-42ff-a743-333806364dfd" providerId="ADAL" clId="{A1C213B0-0911-499C-9EF5-85D48F910FA1}" dt="2026-04-20T04:04:50.286" v="3453" actId="26606"/>
      <pc:docMkLst>
        <pc:docMk/>
      </pc:docMkLst>
      <pc:sldChg chg="addSp delSp modSp mod">
        <pc:chgData name="Cervantes, Daniel" userId="a1997015-9fb1-42ff-a743-333806364dfd" providerId="ADAL" clId="{A1C213B0-0911-499C-9EF5-85D48F910FA1}" dt="2026-04-20T04:04:50.286" v="3453" actId="26606"/>
        <pc:sldMkLst>
          <pc:docMk/>
          <pc:sldMk cId="409182036" sldId="258"/>
        </pc:sldMkLst>
        <pc:spChg chg="mod">
          <ac:chgData name="Cervantes, Daniel" userId="a1997015-9fb1-42ff-a743-333806364dfd" providerId="ADAL" clId="{A1C213B0-0911-499C-9EF5-85D48F910FA1}" dt="2026-04-20T04:04:50.286" v="3453" actId="26606"/>
          <ac:spMkLst>
            <pc:docMk/>
            <pc:sldMk cId="409182036" sldId="258"/>
            <ac:spMk id="2" creationId="{00000000-0000-0000-0000-000000000000}"/>
          </ac:spMkLst>
        </pc:spChg>
        <pc:spChg chg="mod">
          <ac:chgData name="Cervantes, Daniel" userId="a1997015-9fb1-42ff-a743-333806364dfd" providerId="ADAL" clId="{A1C213B0-0911-499C-9EF5-85D48F910FA1}" dt="2026-04-20T04:04:50.286" v="3453" actId="26606"/>
          <ac:spMkLst>
            <pc:docMk/>
            <pc:sldMk cId="409182036" sldId="258"/>
            <ac:spMk id="3" creationId="{00000000-0000-0000-0000-000000000000}"/>
          </ac:spMkLst>
        </pc:spChg>
        <pc:spChg chg="del">
          <ac:chgData name="Cervantes, Daniel" userId="a1997015-9fb1-42ff-a743-333806364dfd" providerId="ADAL" clId="{A1C213B0-0911-499C-9EF5-85D48F910FA1}" dt="2026-04-20T03:36:33.559" v="553" actId="26606"/>
          <ac:spMkLst>
            <pc:docMk/>
            <pc:sldMk cId="409182036" sldId="258"/>
            <ac:spMk id="9" creationId="{23962611-DFD5-4092-AAFD-559E3DFCE2C9}"/>
          </ac:spMkLst>
        </pc:spChg>
        <pc:spChg chg="add del">
          <ac:chgData name="Cervantes, Daniel" userId="a1997015-9fb1-42ff-a743-333806364dfd" providerId="ADAL" clId="{A1C213B0-0911-499C-9EF5-85D48F910FA1}" dt="2026-04-20T04:04:50.286" v="3453" actId="26606"/>
          <ac:spMkLst>
            <pc:docMk/>
            <pc:sldMk cId="409182036" sldId="258"/>
            <ac:spMk id="16" creationId="{787F4F1C-8D3D-4EC1-B72D-A0470A5A08B8}"/>
          </ac:spMkLst>
        </pc:spChg>
        <pc:spChg chg="add del">
          <ac:chgData name="Cervantes, Daniel" userId="a1997015-9fb1-42ff-a743-333806364dfd" providerId="ADAL" clId="{A1C213B0-0911-499C-9EF5-85D48F910FA1}" dt="2026-04-20T04:04:50.278" v="3452" actId="26606"/>
          <ac:spMkLst>
            <pc:docMk/>
            <pc:sldMk cId="409182036" sldId="258"/>
            <ac:spMk id="29" creationId="{FB5B0058-AF13-4859-B429-4EDDE2A26F7F}"/>
          </ac:spMkLst>
        </pc:spChg>
        <pc:spChg chg="add">
          <ac:chgData name="Cervantes, Daniel" userId="a1997015-9fb1-42ff-a743-333806364dfd" providerId="ADAL" clId="{A1C213B0-0911-499C-9EF5-85D48F910FA1}" dt="2026-04-20T04:04:50.286" v="3453" actId="26606"/>
          <ac:spMkLst>
            <pc:docMk/>
            <pc:sldMk cId="409182036" sldId="258"/>
            <ac:spMk id="30" creationId="{0671A8AE-40A1-4631-A6B8-581AFF065482}"/>
          </ac:spMkLst>
        </pc:spChg>
        <pc:spChg chg="add del">
          <ac:chgData name="Cervantes, Daniel" userId="a1997015-9fb1-42ff-a743-333806364dfd" providerId="ADAL" clId="{A1C213B0-0911-499C-9EF5-85D48F910FA1}" dt="2026-04-20T04:04:50.278" v="3452" actId="26606"/>
          <ac:spMkLst>
            <pc:docMk/>
            <pc:sldMk cId="409182036" sldId="258"/>
            <ac:spMk id="31" creationId="{81BD432D-FAB3-4B5D-BF27-4DA7C75B3238}"/>
          </ac:spMkLst>
        </pc:spChg>
        <pc:spChg chg="add">
          <ac:chgData name="Cervantes, Daniel" userId="a1997015-9fb1-42ff-a743-333806364dfd" providerId="ADAL" clId="{A1C213B0-0911-499C-9EF5-85D48F910FA1}" dt="2026-04-20T04:04:50.286" v="3453" actId="26606"/>
          <ac:spMkLst>
            <pc:docMk/>
            <pc:sldMk cId="409182036" sldId="258"/>
            <ac:spMk id="32" creationId="{AB58EF07-17C2-48CF-ABB0-EEF1F17CB8F0}"/>
          </ac:spMkLst>
        </pc:spChg>
        <pc:spChg chg="add">
          <ac:chgData name="Cervantes, Daniel" userId="a1997015-9fb1-42ff-a743-333806364dfd" providerId="ADAL" clId="{A1C213B0-0911-499C-9EF5-85D48F910FA1}" dt="2026-04-20T04:04:50.286" v="3453" actId="26606"/>
          <ac:spMkLst>
            <pc:docMk/>
            <pc:sldMk cId="409182036" sldId="258"/>
            <ac:spMk id="34" creationId="{AF2F604E-43BE-4DC3-B983-E071523364F8}"/>
          </ac:spMkLst>
        </pc:spChg>
        <pc:spChg chg="add">
          <ac:chgData name="Cervantes, Daniel" userId="a1997015-9fb1-42ff-a743-333806364dfd" providerId="ADAL" clId="{A1C213B0-0911-499C-9EF5-85D48F910FA1}" dt="2026-04-20T04:04:50.286" v="3453" actId="26606"/>
          <ac:spMkLst>
            <pc:docMk/>
            <pc:sldMk cId="409182036" sldId="258"/>
            <ac:spMk id="36" creationId="{08C9B587-E65E-4B52-B37C-ABEBB6E87928}"/>
          </ac:spMkLst>
        </pc:spChg>
        <pc:grpChg chg="add del">
          <ac:chgData name="Cervantes, Daniel" userId="a1997015-9fb1-42ff-a743-333806364dfd" providerId="ADAL" clId="{A1C213B0-0911-499C-9EF5-85D48F910FA1}" dt="2026-04-20T04:04:50.286" v="3453" actId="26606"/>
          <ac:grpSpMkLst>
            <pc:docMk/>
            <pc:sldMk cId="409182036" sldId="258"/>
            <ac:grpSpMk id="18" creationId="{D1E3DD61-64DB-46AD-B249-E273CD86B051}"/>
          </ac:grpSpMkLst>
        </pc:grpChg>
        <pc:picChg chg="del">
          <ac:chgData name="Cervantes, Daniel" userId="a1997015-9fb1-42ff-a743-333806364dfd" providerId="ADAL" clId="{A1C213B0-0911-499C-9EF5-85D48F910FA1}" dt="2026-04-20T03:36:33.559" v="553" actId="26606"/>
          <ac:picMkLst>
            <pc:docMk/>
            <pc:sldMk cId="409182036" sldId="258"/>
            <ac:picMk id="11" creationId="{2270F1FA-0425-408F-9861-80BF5AFB276D}"/>
          </ac:picMkLst>
        </pc:picChg>
        <pc:picChg chg="add">
          <ac:chgData name="Cervantes, Daniel" userId="a1997015-9fb1-42ff-a743-333806364dfd" providerId="ADAL" clId="{A1C213B0-0911-499C-9EF5-85D48F910FA1}" dt="2026-04-20T04:04:50.286" v="3453" actId="26606"/>
          <ac:picMkLst>
            <pc:docMk/>
            <pc:sldMk cId="409182036" sldId="258"/>
            <ac:picMk id="26" creationId="{0D02B404-A89F-EE6C-D539-C4B6EEB0FFF0}"/>
          </ac:picMkLst>
        </pc:picChg>
        <pc:cxnChg chg="add del">
          <ac:chgData name="Cervantes, Daniel" userId="a1997015-9fb1-42ff-a743-333806364dfd" providerId="ADAL" clId="{A1C213B0-0911-499C-9EF5-85D48F910FA1}" dt="2026-04-20T04:04:50.278" v="3452" actId="26606"/>
          <ac:cxnSpMkLst>
            <pc:docMk/>
            <pc:sldMk cId="409182036" sldId="258"/>
            <ac:cxnSpMk id="33" creationId="{E6D6B450-4278-45B8-88C7-C061710E3C7E}"/>
          </ac:cxnSpMkLst>
        </pc:cxnChg>
        <pc:cxnChg chg="add del">
          <ac:chgData name="Cervantes, Daniel" userId="a1997015-9fb1-42ff-a743-333806364dfd" providerId="ADAL" clId="{A1C213B0-0911-499C-9EF5-85D48F910FA1}" dt="2026-04-20T04:04:50.278" v="3452" actId="26606"/>
          <ac:cxnSpMkLst>
            <pc:docMk/>
            <pc:sldMk cId="409182036" sldId="258"/>
            <ac:cxnSpMk id="35" creationId="{74234A4C-A256-4139-A5F4-27078F0D6796}"/>
          </ac:cxnSpMkLst>
        </pc:cxnChg>
      </pc:sldChg>
      <pc:sldChg chg="addSp delSp modSp mod modNotesTx">
        <pc:chgData name="Cervantes, Daniel" userId="a1997015-9fb1-42ff-a743-333806364dfd" providerId="ADAL" clId="{A1C213B0-0911-499C-9EF5-85D48F910FA1}" dt="2026-04-20T03:37:32.591" v="559" actId="26606"/>
        <pc:sldMkLst>
          <pc:docMk/>
          <pc:sldMk cId="1865885945" sldId="260"/>
        </pc:sldMkLst>
        <pc:spChg chg="mod">
          <ac:chgData name="Cervantes, Daniel" userId="a1997015-9fb1-42ff-a743-333806364dfd" providerId="ADAL" clId="{A1C213B0-0911-499C-9EF5-85D48F910FA1}" dt="2026-04-20T03:37:32.591" v="559" actId="26606"/>
          <ac:spMkLst>
            <pc:docMk/>
            <pc:sldMk cId="1865885945" sldId="260"/>
            <ac:spMk id="2" creationId="{00000000-0000-0000-0000-000000000000}"/>
          </ac:spMkLst>
        </pc:spChg>
        <pc:spChg chg="mod">
          <ac:chgData name="Cervantes, Daniel" userId="a1997015-9fb1-42ff-a743-333806364dfd" providerId="ADAL" clId="{A1C213B0-0911-499C-9EF5-85D48F910FA1}" dt="2026-04-20T03:37:32.591" v="559" actId="26606"/>
          <ac:spMkLst>
            <pc:docMk/>
            <pc:sldMk cId="1865885945" sldId="260"/>
            <ac:spMk id="3" creationId="{00000000-0000-0000-0000-000000000000}"/>
          </ac:spMkLst>
        </pc:spChg>
        <pc:spChg chg="del">
          <ac:chgData name="Cervantes, Daniel" userId="a1997015-9fb1-42ff-a743-333806364dfd" providerId="ADAL" clId="{A1C213B0-0911-499C-9EF5-85D48F910FA1}" dt="2026-04-20T03:37:32.591" v="559" actId="26606"/>
          <ac:spMkLst>
            <pc:docMk/>
            <pc:sldMk cId="1865885945" sldId="260"/>
            <ac:spMk id="9" creationId="{3B854194-185D-494D-905C-7C7CB2E30F6E}"/>
          </ac:spMkLst>
        </pc:spChg>
        <pc:spChg chg="del">
          <ac:chgData name="Cervantes, Daniel" userId="a1997015-9fb1-42ff-a743-333806364dfd" providerId="ADAL" clId="{A1C213B0-0911-499C-9EF5-85D48F910FA1}" dt="2026-04-20T03:37:32.591" v="559" actId="26606"/>
          <ac:spMkLst>
            <pc:docMk/>
            <pc:sldMk cId="1865885945" sldId="260"/>
            <ac:spMk id="11" creationId="{B4F5FA0D-0104-4987-8241-EFF7C85B88DE}"/>
          </ac:spMkLst>
        </pc:spChg>
        <pc:spChg chg="add">
          <ac:chgData name="Cervantes, Daniel" userId="a1997015-9fb1-42ff-a743-333806364dfd" providerId="ADAL" clId="{A1C213B0-0911-499C-9EF5-85D48F910FA1}" dt="2026-04-20T03:37:32.591" v="559" actId="26606"/>
          <ac:spMkLst>
            <pc:docMk/>
            <pc:sldMk cId="1865885945" sldId="260"/>
            <ac:spMk id="18" creationId="{E8A8EAB8-D2FF-444D-B34B-7D32F106AD0E}"/>
          </ac:spMkLst>
        </pc:spChg>
        <pc:picChg chg="del">
          <ac:chgData name="Cervantes, Daniel" userId="a1997015-9fb1-42ff-a743-333806364dfd" providerId="ADAL" clId="{A1C213B0-0911-499C-9EF5-85D48F910FA1}" dt="2026-04-20T03:37:32.591" v="559" actId="26606"/>
          <ac:picMkLst>
            <pc:docMk/>
            <pc:sldMk cId="1865885945" sldId="260"/>
            <ac:picMk id="13" creationId="{2897127E-6CEF-446C-BE87-93B7C46E49D1}"/>
          </ac:picMkLst>
        </pc:picChg>
        <pc:cxnChg chg="add">
          <ac:chgData name="Cervantes, Daniel" userId="a1997015-9fb1-42ff-a743-333806364dfd" providerId="ADAL" clId="{A1C213B0-0911-499C-9EF5-85D48F910FA1}" dt="2026-04-20T03:37:32.591" v="559" actId="26606"/>
          <ac:cxnSpMkLst>
            <pc:docMk/>
            <pc:sldMk cId="1865885945" sldId="260"/>
            <ac:cxnSpMk id="20" creationId="{067633D1-6EE6-4118-B9F0-B363477BEE7A}"/>
          </ac:cxnSpMkLst>
        </pc:cxnChg>
        <pc:cxnChg chg="add">
          <ac:chgData name="Cervantes, Daniel" userId="a1997015-9fb1-42ff-a743-333806364dfd" providerId="ADAL" clId="{A1C213B0-0911-499C-9EF5-85D48F910FA1}" dt="2026-04-20T03:37:32.591" v="559" actId="26606"/>
          <ac:cxnSpMkLst>
            <pc:docMk/>
            <pc:sldMk cId="1865885945" sldId="260"/>
            <ac:cxnSpMk id="22" creationId="{4AD7FFC6-42A9-49CB-B5E9-B3F6B038331B}"/>
          </ac:cxnSpMkLst>
        </pc:cxnChg>
      </pc:sldChg>
      <pc:sldChg chg="addSp delSp modSp mod modNotesTx">
        <pc:chgData name="Cervantes, Daniel" userId="a1997015-9fb1-42ff-a743-333806364dfd" providerId="ADAL" clId="{A1C213B0-0911-499C-9EF5-85D48F910FA1}" dt="2026-04-20T04:04:24.509" v="3450" actId="20577"/>
        <pc:sldMkLst>
          <pc:docMk/>
          <pc:sldMk cId="2776425341" sldId="261"/>
        </pc:sldMkLst>
        <pc:spChg chg="mod">
          <ac:chgData name="Cervantes, Daniel" userId="a1997015-9fb1-42ff-a743-333806364dfd" providerId="ADAL" clId="{A1C213B0-0911-499C-9EF5-85D48F910FA1}" dt="2026-04-20T03:37:12.186" v="556" actId="26606"/>
          <ac:spMkLst>
            <pc:docMk/>
            <pc:sldMk cId="2776425341" sldId="261"/>
            <ac:spMk id="2" creationId="{00000000-0000-0000-0000-000000000000}"/>
          </ac:spMkLst>
        </pc:spChg>
        <pc:spChg chg="add del">
          <ac:chgData name="Cervantes, Daniel" userId="a1997015-9fb1-42ff-a743-333806364dfd" providerId="ADAL" clId="{A1C213B0-0911-499C-9EF5-85D48F910FA1}" dt="2026-04-20T03:35:01.382" v="549" actId="21"/>
          <ac:spMkLst>
            <pc:docMk/>
            <pc:sldMk cId="2776425341" sldId="261"/>
            <ac:spMk id="3" creationId="{00000000-0000-0000-0000-000000000000}"/>
          </ac:spMkLst>
        </pc:spChg>
        <pc:spChg chg="add del mod">
          <ac:chgData name="Cervantes, Daniel" userId="a1997015-9fb1-42ff-a743-333806364dfd" providerId="ADAL" clId="{A1C213B0-0911-499C-9EF5-85D48F910FA1}" dt="2026-04-20T03:34:31.627" v="545" actId="21"/>
          <ac:spMkLst>
            <pc:docMk/>
            <pc:sldMk cId="2776425341" sldId="261"/>
            <ac:spMk id="8" creationId="{DDE31E27-102E-54B7-A8A8-9B0C7CCEF65D}"/>
          </ac:spMkLst>
        </pc:spChg>
        <pc:spChg chg="del">
          <ac:chgData name="Cervantes, Daniel" userId="a1997015-9fb1-42ff-a743-333806364dfd" providerId="ADAL" clId="{A1C213B0-0911-499C-9EF5-85D48F910FA1}" dt="2026-04-20T03:36:07.196" v="552" actId="26606"/>
          <ac:spMkLst>
            <pc:docMk/>
            <pc:sldMk cId="2776425341" sldId="261"/>
            <ac:spMk id="9" creationId="{3B854194-185D-494D-905C-7C7CB2E30F6E}"/>
          </ac:spMkLst>
        </pc:spChg>
        <pc:spChg chg="del">
          <ac:chgData name="Cervantes, Daniel" userId="a1997015-9fb1-42ff-a743-333806364dfd" providerId="ADAL" clId="{A1C213B0-0911-499C-9EF5-85D48F910FA1}" dt="2026-04-20T03:36:07.196" v="552" actId="26606"/>
          <ac:spMkLst>
            <pc:docMk/>
            <pc:sldMk cId="2776425341" sldId="261"/>
            <ac:spMk id="11" creationId="{B4F5FA0D-0104-4987-8241-EFF7C85B88DE}"/>
          </ac:spMkLst>
        </pc:spChg>
        <pc:spChg chg="add del mod">
          <ac:chgData name="Cervantes, Daniel" userId="a1997015-9fb1-42ff-a743-333806364dfd" providerId="ADAL" clId="{A1C213B0-0911-499C-9EF5-85D48F910FA1}" dt="2026-04-20T03:37:12.186" v="556" actId="26606"/>
          <ac:spMkLst>
            <pc:docMk/>
            <pc:sldMk cId="2776425341" sldId="261"/>
            <ac:spMk id="14" creationId="{68C025CC-4120-C258-C1CB-12B2923949C6}"/>
          </ac:spMkLst>
        </pc:spChg>
        <pc:spChg chg="add del">
          <ac:chgData name="Cervantes, Daniel" userId="a1997015-9fb1-42ff-a743-333806364dfd" providerId="ADAL" clId="{A1C213B0-0911-499C-9EF5-85D48F910FA1}" dt="2026-04-20T03:36:54.020" v="554" actId="26606"/>
          <ac:spMkLst>
            <pc:docMk/>
            <pc:sldMk cId="2776425341" sldId="261"/>
            <ac:spMk id="19" creationId="{55006F82-50D2-401C-BE85-FFEA1C1963DC}"/>
          </ac:spMkLst>
        </pc:spChg>
        <pc:spChg chg="add del">
          <ac:chgData name="Cervantes, Daniel" userId="a1997015-9fb1-42ff-a743-333806364dfd" providerId="ADAL" clId="{A1C213B0-0911-499C-9EF5-85D48F910FA1}" dt="2026-04-20T03:36:54.020" v="554" actId="26606"/>
          <ac:spMkLst>
            <pc:docMk/>
            <pc:sldMk cId="2776425341" sldId="261"/>
            <ac:spMk id="21" creationId="{32034F32-09B4-47B4-B550-1F1CE3D538CB}"/>
          </ac:spMkLst>
        </pc:spChg>
        <pc:spChg chg="add del">
          <ac:chgData name="Cervantes, Daniel" userId="a1997015-9fb1-42ff-a743-333806364dfd" providerId="ADAL" clId="{A1C213B0-0911-499C-9EF5-85D48F910FA1}" dt="2026-04-20T03:36:54.020" v="554" actId="26606"/>
          <ac:spMkLst>
            <pc:docMk/>
            <pc:sldMk cId="2776425341" sldId="261"/>
            <ac:spMk id="31" creationId="{4FCECCE4-3046-4A76-B4C0-767A6251C6EA}"/>
          </ac:spMkLst>
        </pc:spChg>
        <pc:spChg chg="add del">
          <ac:chgData name="Cervantes, Daniel" userId="a1997015-9fb1-42ff-a743-333806364dfd" providerId="ADAL" clId="{A1C213B0-0911-499C-9EF5-85D48F910FA1}" dt="2026-04-20T03:36:54.020" v="554" actId="26606"/>
          <ac:spMkLst>
            <pc:docMk/>
            <pc:sldMk cId="2776425341" sldId="261"/>
            <ac:spMk id="39" creationId="{096F20E2-F42F-4B71-8BC5-478533FE166C}"/>
          </ac:spMkLst>
        </pc:spChg>
        <pc:spChg chg="add del">
          <ac:chgData name="Cervantes, Daniel" userId="a1997015-9fb1-42ff-a743-333806364dfd" providerId="ADAL" clId="{A1C213B0-0911-499C-9EF5-85D48F910FA1}" dt="2026-04-20T03:37:12.186" v="556" actId="26606"/>
          <ac:spMkLst>
            <pc:docMk/>
            <pc:sldMk cId="2776425341" sldId="261"/>
            <ac:spMk id="56" creationId="{5396781C-32A1-4FDA-A83B-A7FF8C1B1E99}"/>
          </ac:spMkLst>
        </pc:spChg>
        <pc:spChg chg="add">
          <ac:chgData name="Cervantes, Daniel" userId="a1997015-9fb1-42ff-a743-333806364dfd" providerId="ADAL" clId="{A1C213B0-0911-499C-9EF5-85D48F910FA1}" dt="2026-04-20T03:37:12.186" v="556" actId="26606"/>
          <ac:spMkLst>
            <pc:docMk/>
            <pc:sldMk cId="2776425341" sldId="261"/>
            <ac:spMk id="65" creationId="{5F18414D-1626-4996-AACB-23D3DE45B03B}"/>
          </ac:spMkLst>
        </pc:spChg>
        <pc:spChg chg="add">
          <ac:chgData name="Cervantes, Daniel" userId="a1997015-9fb1-42ff-a743-333806364dfd" providerId="ADAL" clId="{A1C213B0-0911-499C-9EF5-85D48F910FA1}" dt="2026-04-20T03:37:12.186" v="556" actId="26606"/>
          <ac:spMkLst>
            <pc:docMk/>
            <pc:sldMk cId="2776425341" sldId="261"/>
            <ac:spMk id="67" creationId="{D84C2E9E-0B5D-4B5F-9A1F-70EBDCE39034}"/>
          </ac:spMkLst>
        </pc:spChg>
        <pc:grpChg chg="del">
          <ac:chgData name="Cervantes, Daniel" userId="a1997015-9fb1-42ff-a743-333806364dfd" providerId="ADAL" clId="{A1C213B0-0911-499C-9EF5-85D48F910FA1}" dt="2026-04-20T03:36:54.020" v="554" actId="26606"/>
          <ac:grpSpMkLst>
            <pc:docMk/>
            <pc:sldMk cId="2776425341" sldId="261"/>
            <ac:grpSpMk id="41" creationId="{34039184-A11C-46AE-854D-8B229443609D}"/>
          </ac:grpSpMkLst>
        </pc:grpChg>
        <pc:grpChg chg="add del">
          <ac:chgData name="Cervantes, Daniel" userId="a1997015-9fb1-42ff-a743-333806364dfd" providerId="ADAL" clId="{A1C213B0-0911-499C-9EF5-85D48F910FA1}" dt="2026-04-20T03:37:12.186" v="556" actId="26606"/>
          <ac:grpSpMkLst>
            <pc:docMk/>
            <pc:sldMk cId="2776425341" sldId="261"/>
            <ac:grpSpMk id="58" creationId="{54A1C8FD-E5B7-4BEC-A74A-A55FB8EA7CFE}"/>
          </ac:grpSpMkLst>
        </pc:grpChg>
        <pc:picChg chg="add mod">
          <ac:chgData name="Cervantes, Daniel" userId="a1997015-9fb1-42ff-a743-333806364dfd" providerId="ADAL" clId="{A1C213B0-0911-499C-9EF5-85D48F910FA1}" dt="2026-04-20T03:32:37.674" v="529"/>
          <ac:picMkLst>
            <pc:docMk/>
            <pc:sldMk cId="2776425341" sldId="261"/>
            <ac:picMk id="4" creationId="{062BA8F5-F8B9-022D-134A-A42D61F6AFB4}"/>
          </ac:picMkLst>
        </pc:picChg>
        <pc:picChg chg="add mod">
          <ac:chgData name="Cervantes, Daniel" userId="a1997015-9fb1-42ff-a743-333806364dfd" providerId="ADAL" clId="{A1C213B0-0911-499C-9EF5-85D48F910FA1}" dt="2026-04-20T03:33:10.583" v="531"/>
          <ac:picMkLst>
            <pc:docMk/>
            <pc:sldMk cId="2776425341" sldId="261"/>
            <ac:picMk id="5" creationId="{BD2206CA-97D1-399A-A618-78C9C717CA81}"/>
          </ac:picMkLst>
        </pc:picChg>
        <pc:picChg chg="add mod">
          <ac:chgData name="Cervantes, Daniel" userId="a1997015-9fb1-42ff-a743-333806364dfd" providerId="ADAL" clId="{A1C213B0-0911-499C-9EF5-85D48F910FA1}" dt="2026-04-20T03:34:33.024" v="547"/>
          <ac:picMkLst>
            <pc:docMk/>
            <pc:sldMk cId="2776425341" sldId="261"/>
            <ac:picMk id="6" creationId="{8021F0F8-81FF-6F6B-C5EE-E0AAB52DF2F1}"/>
          </ac:picMkLst>
        </pc:picChg>
        <pc:picChg chg="add mod">
          <ac:chgData name="Cervantes, Daniel" userId="a1997015-9fb1-42ff-a743-333806364dfd" providerId="ADAL" clId="{A1C213B0-0911-499C-9EF5-85D48F910FA1}" dt="2026-04-20T03:37:22.667" v="558" actId="14100"/>
          <ac:picMkLst>
            <pc:docMk/>
            <pc:sldMk cId="2776425341" sldId="261"/>
            <ac:picMk id="10" creationId="{527ED9B3-81F2-A066-6DB5-82C6A3126688}"/>
          </ac:picMkLst>
        </pc:picChg>
        <pc:picChg chg="del">
          <ac:chgData name="Cervantes, Daniel" userId="a1997015-9fb1-42ff-a743-333806364dfd" providerId="ADAL" clId="{A1C213B0-0911-499C-9EF5-85D48F910FA1}" dt="2026-04-20T03:36:07.196" v="552" actId="26606"/>
          <ac:picMkLst>
            <pc:docMk/>
            <pc:sldMk cId="2776425341" sldId="261"/>
            <ac:picMk id="13" creationId="{2897127E-6CEF-446C-BE87-93B7C46E49D1}"/>
          </ac:picMkLst>
        </pc:picChg>
        <pc:cxnChg chg="add">
          <ac:chgData name="Cervantes, Daniel" userId="a1997015-9fb1-42ff-a743-333806364dfd" providerId="ADAL" clId="{A1C213B0-0911-499C-9EF5-85D48F910FA1}" dt="2026-04-20T03:37:12.186" v="556" actId="26606"/>
          <ac:cxnSpMkLst>
            <pc:docMk/>
            <pc:sldMk cId="2776425341" sldId="261"/>
            <ac:cxnSpMk id="69" creationId="{07A9243D-8FC3-4B36-874B-55906B03F484}"/>
          </ac:cxnSpMkLst>
        </pc:cxnChg>
      </pc:sldChg>
      <pc:sldChg chg="addSp delSp modSp mod addAnim modNotesTx">
        <pc:chgData name="Cervantes, Daniel" userId="a1997015-9fb1-42ff-a743-333806364dfd" providerId="ADAL" clId="{A1C213B0-0911-499C-9EF5-85D48F910FA1}" dt="2026-04-20T03:47:05.376" v="1181" actId="20577"/>
        <pc:sldMkLst>
          <pc:docMk/>
          <pc:sldMk cId="376843144" sldId="263"/>
        </pc:sldMkLst>
        <pc:spChg chg="mod">
          <ac:chgData name="Cervantes, Daniel" userId="a1997015-9fb1-42ff-a743-333806364dfd" providerId="ADAL" clId="{A1C213B0-0911-499C-9EF5-85D48F910FA1}" dt="2026-04-20T03:44:52.378" v="857" actId="26606"/>
          <ac:spMkLst>
            <pc:docMk/>
            <pc:sldMk cId="376843144" sldId="263"/>
            <ac:spMk id="2" creationId="{00000000-0000-0000-0000-000000000000}"/>
          </ac:spMkLst>
        </pc:spChg>
        <pc:spChg chg="mod">
          <ac:chgData name="Cervantes, Daniel" userId="a1997015-9fb1-42ff-a743-333806364dfd" providerId="ADAL" clId="{A1C213B0-0911-499C-9EF5-85D48F910FA1}" dt="2026-04-20T03:45:35.838" v="930" actId="20577"/>
          <ac:spMkLst>
            <pc:docMk/>
            <pc:sldMk cId="376843144" sldId="263"/>
            <ac:spMk id="3" creationId="{00000000-0000-0000-0000-000000000000}"/>
          </ac:spMkLst>
        </pc:spChg>
        <pc:spChg chg="del">
          <ac:chgData name="Cervantes, Daniel" userId="a1997015-9fb1-42ff-a743-333806364dfd" providerId="ADAL" clId="{A1C213B0-0911-499C-9EF5-85D48F910FA1}" dt="2026-04-20T03:44:52.378" v="857" actId="26606"/>
          <ac:spMkLst>
            <pc:docMk/>
            <pc:sldMk cId="376843144" sldId="263"/>
            <ac:spMk id="9" creationId="{3B854194-185D-494D-905C-7C7CB2E30F6E}"/>
          </ac:spMkLst>
        </pc:spChg>
        <pc:spChg chg="del">
          <ac:chgData name="Cervantes, Daniel" userId="a1997015-9fb1-42ff-a743-333806364dfd" providerId="ADAL" clId="{A1C213B0-0911-499C-9EF5-85D48F910FA1}" dt="2026-04-20T03:44:52.378" v="857" actId="26606"/>
          <ac:spMkLst>
            <pc:docMk/>
            <pc:sldMk cId="376843144" sldId="263"/>
            <ac:spMk id="11" creationId="{B4F5FA0D-0104-4987-8241-EFF7C85B88DE}"/>
          </ac:spMkLst>
        </pc:spChg>
        <pc:spChg chg="add">
          <ac:chgData name="Cervantes, Daniel" userId="a1997015-9fb1-42ff-a743-333806364dfd" providerId="ADAL" clId="{A1C213B0-0911-499C-9EF5-85D48F910FA1}" dt="2026-04-20T03:44:52.378" v="857" actId="26606"/>
          <ac:spMkLst>
            <pc:docMk/>
            <pc:sldMk cId="376843144" sldId="263"/>
            <ac:spMk id="18" creationId="{E8A8EAB8-D2FF-444D-B34B-7D32F106AD0E}"/>
          </ac:spMkLst>
        </pc:spChg>
        <pc:picChg chg="del">
          <ac:chgData name="Cervantes, Daniel" userId="a1997015-9fb1-42ff-a743-333806364dfd" providerId="ADAL" clId="{A1C213B0-0911-499C-9EF5-85D48F910FA1}" dt="2026-04-20T03:44:52.378" v="857" actId="26606"/>
          <ac:picMkLst>
            <pc:docMk/>
            <pc:sldMk cId="376843144" sldId="263"/>
            <ac:picMk id="13" creationId="{2897127E-6CEF-446C-BE87-93B7C46E49D1}"/>
          </ac:picMkLst>
        </pc:picChg>
        <pc:cxnChg chg="add">
          <ac:chgData name="Cervantes, Daniel" userId="a1997015-9fb1-42ff-a743-333806364dfd" providerId="ADAL" clId="{A1C213B0-0911-499C-9EF5-85D48F910FA1}" dt="2026-04-20T03:44:52.378" v="857" actId="26606"/>
          <ac:cxnSpMkLst>
            <pc:docMk/>
            <pc:sldMk cId="376843144" sldId="263"/>
            <ac:cxnSpMk id="20" creationId="{067633D1-6EE6-4118-B9F0-B363477BEE7A}"/>
          </ac:cxnSpMkLst>
        </pc:cxnChg>
        <pc:cxnChg chg="add">
          <ac:chgData name="Cervantes, Daniel" userId="a1997015-9fb1-42ff-a743-333806364dfd" providerId="ADAL" clId="{A1C213B0-0911-499C-9EF5-85D48F910FA1}" dt="2026-04-20T03:44:52.378" v="857" actId="26606"/>
          <ac:cxnSpMkLst>
            <pc:docMk/>
            <pc:sldMk cId="376843144" sldId="263"/>
            <ac:cxnSpMk id="22" creationId="{4AD7FFC6-42A9-49CB-B5E9-B3F6B038331B}"/>
          </ac:cxnSpMkLst>
        </pc:cxnChg>
      </pc:sldChg>
      <pc:sldChg chg="addSp delSp modSp mod addAnim modNotesTx">
        <pc:chgData name="Cervantes, Daniel" userId="a1997015-9fb1-42ff-a743-333806364dfd" providerId="ADAL" clId="{A1C213B0-0911-499C-9EF5-85D48F910FA1}" dt="2026-04-20T03:48:59.608" v="1437" actId="20577"/>
        <pc:sldMkLst>
          <pc:docMk/>
          <pc:sldMk cId="3225141645" sldId="265"/>
        </pc:sldMkLst>
        <pc:spChg chg="mod">
          <ac:chgData name="Cervantes, Daniel" userId="a1997015-9fb1-42ff-a743-333806364dfd" providerId="ADAL" clId="{A1C213B0-0911-499C-9EF5-85D48F910FA1}" dt="2026-04-20T03:47:26.761" v="1182" actId="26606"/>
          <ac:spMkLst>
            <pc:docMk/>
            <pc:sldMk cId="3225141645" sldId="265"/>
            <ac:spMk id="2" creationId="{00000000-0000-0000-0000-000000000000}"/>
          </ac:spMkLst>
        </pc:spChg>
        <pc:spChg chg="mod">
          <ac:chgData name="Cervantes, Daniel" userId="a1997015-9fb1-42ff-a743-333806364dfd" providerId="ADAL" clId="{A1C213B0-0911-499C-9EF5-85D48F910FA1}" dt="2026-04-20T03:48:01.574" v="1260" actId="20577"/>
          <ac:spMkLst>
            <pc:docMk/>
            <pc:sldMk cId="3225141645" sldId="265"/>
            <ac:spMk id="3" creationId="{00000000-0000-0000-0000-000000000000}"/>
          </ac:spMkLst>
        </pc:spChg>
        <pc:spChg chg="del">
          <ac:chgData name="Cervantes, Daniel" userId="a1997015-9fb1-42ff-a743-333806364dfd" providerId="ADAL" clId="{A1C213B0-0911-499C-9EF5-85D48F910FA1}" dt="2026-04-20T03:47:26.761" v="1182" actId="26606"/>
          <ac:spMkLst>
            <pc:docMk/>
            <pc:sldMk cId="3225141645" sldId="265"/>
            <ac:spMk id="9" creationId="{3B854194-185D-494D-905C-7C7CB2E30F6E}"/>
          </ac:spMkLst>
        </pc:spChg>
        <pc:spChg chg="del">
          <ac:chgData name="Cervantes, Daniel" userId="a1997015-9fb1-42ff-a743-333806364dfd" providerId="ADAL" clId="{A1C213B0-0911-499C-9EF5-85D48F910FA1}" dt="2026-04-20T03:47:26.761" v="1182" actId="26606"/>
          <ac:spMkLst>
            <pc:docMk/>
            <pc:sldMk cId="3225141645" sldId="265"/>
            <ac:spMk id="11" creationId="{B4F5FA0D-0104-4987-8241-EFF7C85B88DE}"/>
          </ac:spMkLst>
        </pc:spChg>
        <pc:spChg chg="add">
          <ac:chgData name="Cervantes, Daniel" userId="a1997015-9fb1-42ff-a743-333806364dfd" providerId="ADAL" clId="{A1C213B0-0911-499C-9EF5-85D48F910FA1}" dt="2026-04-20T03:47:26.761" v="1182" actId="26606"/>
          <ac:spMkLst>
            <pc:docMk/>
            <pc:sldMk cId="3225141645" sldId="265"/>
            <ac:spMk id="18" creationId="{E8A8EAB8-D2FF-444D-B34B-7D32F106AD0E}"/>
          </ac:spMkLst>
        </pc:spChg>
        <pc:picChg chg="del">
          <ac:chgData name="Cervantes, Daniel" userId="a1997015-9fb1-42ff-a743-333806364dfd" providerId="ADAL" clId="{A1C213B0-0911-499C-9EF5-85D48F910FA1}" dt="2026-04-20T03:47:26.761" v="1182" actId="26606"/>
          <ac:picMkLst>
            <pc:docMk/>
            <pc:sldMk cId="3225141645" sldId="265"/>
            <ac:picMk id="13" creationId="{2897127E-6CEF-446C-BE87-93B7C46E49D1}"/>
          </ac:picMkLst>
        </pc:picChg>
        <pc:cxnChg chg="add">
          <ac:chgData name="Cervantes, Daniel" userId="a1997015-9fb1-42ff-a743-333806364dfd" providerId="ADAL" clId="{A1C213B0-0911-499C-9EF5-85D48F910FA1}" dt="2026-04-20T03:47:26.761" v="1182" actId="26606"/>
          <ac:cxnSpMkLst>
            <pc:docMk/>
            <pc:sldMk cId="3225141645" sldId="265"/>
            <ac:cxnSpMk id="20" creationId="{067633D1-6EE6-4118-B9F0-B363477BEE7A}"/>
          </ac:cxnSpMkLst>
        </pc:cxnChg>
        <pc:cxnChg chg="add">
          <ac:chgData name="Cervantes, Daniel" userId="a1997015-9fb1-42ff-a743-333806364dfd" providerId="ADAL" clId="{A1C213B0-0911-499C-9EF5-85D48F910FA1}" dt="2026-04-20T03:47:26.761" v="1182" actId="26606"/>
          <ac:cxnSpMkLst>
            <pc:docMk/>
            <pc:sldMk cId="3225141645" sldId="265"/>
            <ac:cxnSpMk id="22" creationId="{4AD7FFC6-42A9-49CB-B5E9-B3F6B038331B}"/>
          </ac:cxnSpMkLst>
        </pc:cxnChg>
      </pc:sldChg>
      <pc:sldChg chg="addSp delSp modSp mod addAnim modNotesTx">
        <pc:chgData name="Cervantes, Daniel" userId="a1997015-9fb1-42ff-a743-333806364dfd" providerId="ADAL" clId="{A1C213B0-0911-499C-9EF5-85D48F910FA1}" dt="2026-04-20T03:55:24.826" v="2244" actId="20577"/>
        <pc:sldMkLst>
          <pc:docMk/>
          <pc:sldMk cId="3564055637" sldId="267"/>
        </pc:sldMkLst>
        <pc:spChg chg="mod">
          <ac:chgData name="Cervantes, Daniel" userId="a1997015-9fb1-42ff-a743-333806364dfd" providerId="ADAL" clId="{A1C213B0-0911-499C-9EF5-85D48F910FA1}" dt="2026-04-20T03:38:07.303" v="562" actId="1076"/>
          <ac:spMkLst>
            <pc:docMk/>
            <pc:sldMk cId="3564055637" sldId="267"/>
            <ac:spMk id="2" creationId="{00000000-0000-0000-0000-000000000000}"/>
          </ac:spMkLst>
        </pc:spChg>
        <pc:spChg chg="del mod">
          <ac:chgData name="Cervantes, Daniel" userId="a1997015-9fb1-42ff-a743-333806364dfd" providerId="ADAL" clId="{A1C213B0-0911-499C-9EF5-85D48F910FA1}" dt="2026-04-20T03:39:06.785" v="566" actId="21"/>
          <ac:spMkLst>
            <pc:docMk/>
            <pc:sldMk cId="3564055637" sldId="267"/>
            <ac:spMk id="3" creationId="{00000000-0000-0000-0000-000000000000}"/>
          </ac:spMkLst>
        </pc:spChg>
        <pc:spChg chg="add del mod">
          <ac:chgData name="Cervantes, Daniel" userId="a1997015-9fb1-42ff-a743-333806364dfd" providerId="ADAL" clId="{A1C213B0-0911-499C-9EF5-85D48F910FA1}" dt="2026-04-20T03:39:11.413" v="567" actId="21"/>
          <ac:spMkLst>
            <pc:docMk/>
            <pc:sldMk cId="3564055637" sldId="267"/>
            <ac:spMk id="6" creationId="{77B73247-7D5A-7186-DAA9-4179E95828B5}"/>
          </ac:spMkLst>
        </pc:spChg>
        <pc:spChg chg="del">
          <ac:chgData name="Cervantes, Daniel" userId="a1997015-9fb1-42ff-a743-333806364dfd" providerId="ADAL" clId="{A1C213B0-0911-499C-9EF5-85D48F910FA1}" dt="2026-04-20T03:37:57.562" v="560" actId="26606"/>
          <ac:spMkLst>
            <pc:docMk/>
            <pc:sldMk cId="3564055637" sldId="267"/>
            <ac:spMk id="9" creationId="{3B854194-185D-494D-905C-7C7CB2E30F6E}"/>
          </ac:spMkLst>
        </pc:spChg>
        <pc:spChg chg="del">
          <ac:chgData name="Cervantes, Daniel" userId="a1997015-9fb1-42ff-a743-333806364dfd" providerId="ADAL" clId="{A1C213B0-0911-499C-9EF5-85D48F910FA1}" dt="2026-04-20T03:37:57.562" v="560" actId="26606"/>
          <ac:spMkLst>
            <pc:docMk/>
            <pc:sldMk cId="3564055637" sldId="267"/>
            <ac:spMk id="11" creationId="{B4F5FA0D-0104-4987-8241-EFF7C85B88DE}"/>
          </ac:spMkLst>
        </pc:spChg>
        <pc:spChg chg="add">
          <ac:chgData name="Cervantes, Daniel" userId="a1997015-9fb1-42ff-a743-333806364dfd" providerId="ADAL" clId="{A1C213B0-0911-499C-9EF5-85D48F910FA1}" dt="2026-04-20T03:37:57.562" v="560" actId="26606"/>
          <ac:spMkLst>
            <pc:docMk/>
            <pc:sldMk cId="3564055637" sldId="267"/>
            <ac:spMk id="18" creationId="{E8A8EAB8-D2FF-444D-B34B-7D32F106AD0E}"/>
          </ac:spMkLst>
        </pc:spChg>
        <pc:picChg chg="add mod">
          <ac:chgData name="Cervantes, Daniel" userId="a1997015-9fb1-42ff-a743-333806364dfd" providerId="ADAL" clId="{A1C213B0-0911-499C-9EF5-85D48F910FA1}" dt="2026-04-20T03:39:19.457" v="569" actId="14100"/>
          <ac:picMkLst>
            <pc:docMk/>
            <pc:sldMk cId="3564055637" sldId="267"/>
            <ac:picMk id="4" creationId="{90FABC70-625F-9B69-B104-2AC914C30F33}"/>
          </ac:picMkLst>
        </pc:picChg>
        <pc:picChg chg="del">
          <ac:chgData name="Cervantes, Daniel" userId="a1997015-9fb1-42ff-a743-333806364dfd" providerId="ADAL" clId="{A1C213B0-0911-499C-9EF5-85D48F910FA1}" dt="2026-04-20T03:37:57.562" v="560" actId="26606"/>
          <ac:picMkLst>
            <pc:docMk/>
            <pc:sldMk cId="3564055637" sldId="267"/>
            <ac:picMk id="13" creationId="{2897127E-6CEF-446C-BE87-93B7C46E49D1}"/>
          </ac:picMkLst>
        </pc:picChg>
        <pc:cxnChg chg="add">
          <ac:chgData name="Cervantes, Daniel" userId="a1997015-9fb1-42ff-a743-333806364dfd" providerId="ADAL" clId="{A1C213B0-0911-499C-9EF5-85D48F910FA1}" dt="2026-04-20T03:37:57.562" v="560" actId="26606"/>
          <ac:cxnSpMkLst>
            <pc:docMk/>
            <pc:sldMk cId="3564055637" sldId="267"/>
            <ac:cxnSpMk id="20" creationId="{067633D1-6EE6-4118-B9F0-B363477BEE7A}"/>
          </ac:cxnSpMkLst>
        </pc:cxnChg>
        <pc:cxnChg chg="add">
          <ac:chgData name="Cervantes, Daniel" userId="a1997015-9fb1-42ff-a743-333806364dfd" providerId="ADAL" clId="{A1C213B0-0911-499C-9EF5-85D48F910FA1}" dt="2026-04-20T03:37:57.562" v="560" actId="26606"/>
          <ac:cxnSpMkLst>
            <pc:docMk/>
            <pc:sldMk cId="3564055637" sldId="267"/>
            <ac:cxnSpMk id="22" creationId="{4AD7FFC6-42A9-49CB-B5E9-B3F6B038331B}"/>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4/19/2026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system allows students to schedule driving lessons and take practice online tests. It is designed to be easy to use and accessible from different devices. It also includes security features to protect user information and make sure only authorized users can access certain parts of the system.</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different users who interact with the </a:t>
            </a:r>
            <a:r>
              <a:rPr lang="en-US" dirty="0" err="1"/>
              <a:t>DriverPass</a:t>
            </a:r>
            <a:r>
              <a:rPr lang="en-US" dirty="0"/>
              <a:t> system and the main actions they can perform. The main users include students/customers, the secretary, the IT officer/Admin, the owner, the driver, and an external DMV system. Each user has specific responsibilities based on their role in the system.</a:t>
            </a:r>
          </a:p>
          <a:p>
            <a:r>
              <a:rPr lang="en-US" dirty="0"/>
              <a:t>For example, students can create accounts, log in, select packages, schedule lessons, take practice tests, and view their progress. The secretary helps manage scheduling, including modifying and canceling reservations. The IT officer or admin manages user accounts, student information, packages, and system content. The owner can generate reports and oversee system activity, while drivers can add notes about lessons. The system also connects to the DMV to receive updates that help keep practice test content current. This diagram shows how each user interacts with the system to support schedules, training, and progress tracking.</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diagram shows the steps a student goes through when taking a practice test in the </a:t>
            </a:r>
            <a:r>
              <a:rPr lang="en-US" dirty="0" err="1"/>
              <a:t>DriverPass</a:t>
            </a:r>
            <a:r>
              <a:rPr lang="en-US" dirty="0"/>
              <a:t> system. First, the student logs in and selects “Practice Test”. The system the loads the test questions, and the student answers them before submitting the test. After submission, the system calculates the score and displays the results.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that point, the system checks if the student passed or not. If the student passes, the system marks the test as complete and updates their progress. If the student does not pass, the system suggests that they retake their test. This process helps track the student’s performance and makes sure they are improving over time.</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includes security features to protect user data. User must log in, and different roles have different levels of access. This helps keep information secure and prevents unauthorized access.</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system depends on internet access and may have limits based on budget and time. Some features may be added later as the system improves.</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4/19/2026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4/19/2026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descr="Droplet of water">
            <a:extLst>
              <a:ext uri="{FF2B5EF4-FFF2-40B4-BE49-F238E27FC236}">
                <a16:creationId xmlns:a16="http://schemas.microsoft.com/office/drawing/2014/main" id="{0D02B404-A89F-EE6C-D539-C4B6EEB0FFF0}"/>
              </a:ext>
            </a:extLst>
          </p:cNvPr>
          <p:cNvPicPr>
            <a:picLocks noChangeAspect="1"/>
          </p:cNvPicPr>
          <p:nvPr/>
        </p:nvPicPr>
        <p:blipFill>
          <a:blip r:embed="rId4"/>
          <a:srcRect r="5200"/>
          <a:stretch>
            <a:fillRect/>
          </a:stretch>
        </p:blipFill>
        <p:spPr>
          <a:xfrm>
            <a:off x="3523488" y="10"/>
            <a:ext cx="8668512" cy="6857990"/>
          </a:xfrm>
          <a:prstGeom prst="rect">
            <a:avLst/>
          </a:prstGeom>
        </p:spPr>
      </p:pic>
      <p:sp>
        <p:nvSpPr>
          <p:cNvPr id="32" name="Rectangle 3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77981" y="1122363"/>
            <a:ext cx="4023360" cy="3204134"/>
          </a:xfrm>
        </p:spPr>
        <p:txBody>
          <a:bodyPr anchor="b">
            <a:normAutofit/>
          </a:bodyPr>
          <a:lstStyle/>
          <a:p>
            <a:pPr algn="l"/>
            <a:r>
              <a:rPr lang="en-US" sz="4800">
                <a:solidFill>
                  <a:schemeClr val="bg1"/>
                </a:solidFill>
              </a:rPr>
              <a:t>DriverPass</a:t>
            </a:r>
            <a:br>
              <a:rPr lang="en-US" sz="4800">
                <a:solidFill>
                  <a:schemeClr val="bg1"/>
                </a:solidFill>
              </a:rPr>
            </a:br>
            <a:r>
              <a:rPr lang="en-US" sz="4800">
                <a:solidFill>
                  <a:schemeClr val="bg1"/>
                </a:solidFill>
              </a:rPr>
              <a:t>System Analysis</a:t>
            </a:r>
          </a:p>
        </p:txBody>
      </p:sp>
      <p:sp>
        <p:nvSpPr>
          <p:cNvPr id="3" name="Content Placeholder 2"/>
          <p:cNvSpPr>
            <a:spLocks noGrp="1"/>
          </p:cNvSpPr>
          <p:nvPr>
            <p:ph type="subTitle" idx="1"/>
          </p:nvPr>
        </p:nvSpPr>
        <p:spPr>
          <a:xfrm>
            <a:off x="477980" y="4872922"/>
            <a:ext cx="4023359" cy="1208141"/>
          </a:xfrm>
        </p:spPr>
        <p:txBody>
          <a:bodyPr>
            <a:normAutofit/>
          </a:bodyPr>
          <a:lstStyle/>
          <a:p>
            <a:pPr algn="l"/>
            <a:r>
              <a:rPr lang="en-US" sz="2000">
                <a:solidFill>
                  <a:schemeClr val="bg1"/>
                </a:solidFill>
              </a:rPr>
              <a:t>Daniel Cervantes</a:t>
            </a:r>
          </a:p>
        </p:txBody>
      </p:sp>
      <p:sp>
        <p:nvSpPr>
          <p:cNvPr id="34" name="Rectangle 3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6" name="Rectangle 3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p:cNvSpPr>
            <a:spLocks noGrp="1"/>
          </p:cNvSpPr>
          <p:nvPr>
            <p:ph type="title"/>
          </p:nvPr>
        </p:nvSpPr>
        <p:spPr>
          <a:xfrm>
            <a:off x="1014141" y="1450655"/>
            <a:ext cx="3932030" cy="3956690"/>
          </a:xfrm>
        </p:spPr>
        <p:txBody>
          <a:bodyPr anchor="ctr">
            <a:normAutofit/>
          </a:bodyPr>
          <a:lstStyle/>
          <a:p>
            <a:r>
              <a:rPr lang="en-US" sz="5000">
                <a:solidFill>
                  <a:schemeClr val="bg1"/>
                </a:solidFill>
              </a:rPr>
              <a:t>System Requirements</a:t>
            </a:r>
          </a:p>
        </p:txBody>
      </p:sp>
      <p:cxnSp>
        <p:nvCxnSpPr>
          <p:cNvPr id="20" name="Straight Connector 19">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6096000" y="1108061"/>
            <a:ext cx="5008901" cy="4571972"/>
          </a:xfrm>
        </p:spPr>
        <p:txBody>
          <a:bodyPr anchor="ctr">
            <a:normAutofit/>
          </a:bodyPr>
          <a:lstStyle/>
          <a:p>
            <a:r>
              <a:rPr lang="en-US" sz="2000">
                <a:solidFill>
                  <a:schemeClr val="bg1"/>
                </a:solidFill>
              </a:rPr>
              <a:t>Users can schedule lessons</a:t>
            </a:r>
          </a:p>
          <a:p>
            <a:r>
              <a:rPr lang="en-US" sz="2000">
                <a:solidFill>
                  <a:schemeClr val="bg1"/>
                </a:solidFill>
              </a:rPr>
              <a:t>Users can take practice tests</a:t>
            </a:r>
          </a:p>
          <a:p>
            <a:r>
              <a:rPr lang="en-US" sz="2000">
                <a:solidFill>
                  <a:schemeClr val="bg1"/>
                </a:solidFill>
              </a:rPr>
              <a:t>The system is secure</a:t>
            </a:r>
          </a:p>
          <a:p>
            <a:r>
              <a:rPr lang="en-US" sz="2000">
                <a:solidFill>
                  <a:schemeClr val="bg1"/>
                </a:solidFill>
              </a:rPr>
              <a:t>System is web-based</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5F18414D-1626-4996-AACB-23D3DE45B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p:cNvSpPr>
            <a:spLocks noGrp="1"/>
          </p:cNvSpPr>
          <p:nvPr>
            <p:ph type="title"/>
          </p:nvPr>
        </p:nvSpPr>
        <p:spPr>
          <a:xfrm>
            <a:off x="6095999" y="707132"/>
            <a:ext cx="3667125" cy="2387600"/>
          </a:xfrm>
        </p:spPr>
        <p:txBody>
          <a:bodyPr vert="horz" lIns="91440" tIns="45720" rIns="91440" bIns="45720" rtlCol="0" anchor="b">
            <a:normAutofit/>
          </a:bodyPr>
          <a:lstStyle/>
          <a:p>
            <a:r>
              <a:rPr lang="en-US" sz="3500" kern="1200">
                <a:solidFill>
                  <a:schemeClr val="bg1"/>
                </a:solidFill>
                <a:latin typeface="+mj-lt"/>
                <a:ea typeface="+mj-ea"/>
                <a:cs typeface="+mj-cs"/>
              </a:rPr>
              <a:t>Use Case Diagram</a:t>
            </a:r>
          </a:p>
        </p:txBody>
      </p:sp>
      <p:pic>
        <p:nvPicPr>
          <p:cNvPr id="10" name="Content Placeholder 9">
            <a:extLst>
              <a:ext uri="{FF2B5EF4-FFF2-40B4-BE49-F238E27FC236}">
                <a16:creationId xmlns:a16="http://schemas.microsoft.com/office/drawing/2014/main" id="{527ED9B3-81F2-A066-6DB5-82C6A3126688}"/>
              </a:ext>
            </a:extLst>
          </p:cNvPr>
          <p:cNvPicPr>
            <a:picLocks noGrp="1" noChangeAspect="1"/>
          </p:cNvPicPr>
          <p:nvPr>
            <p:ph idx="1"/>
          </p:nvPr>
        </p:nvPicPr>
        <p:blipFill rotWithShape="1">
          <a:blip r:embed="rId4"/>
          <a:srcRect l="2831" r="6970"/>
          <a:stretch>
            <a:fillRect/>
          </a:stretch>
        </p:blipFill>
        <p:spPr bwMode="auto">
          <a:xfrm>
            <a:off x="126206" y="115193"/>
            <a:ext cx="5744507" cy="6627614"/>
          </a:xfrm>
          <a:prstGeom prst="rect">
            <a:avLst/>
          </a:prstGeom>
          <a:extLst>
            <a:ext uri="{53640926-AAD7-44D8-BBD7-CCE9431645EC}">
              <a14:shadowObscured xmlns:a14="http://schemas.microsoft.com/office/drawing/2010/main"/>
            </a:ext>
          </a:extLst>
        </p:spPr>
      </p:pic>
      <p:sp>
        <p:nvSpPr>
          <p:cNvPr id="67" name="Rectangle 66">
            <a:extLst>
              <a:ext uri="{FF2B5EF4-FFF2-40B4-BE49-F238E27FC236}">
                <a16:creationId xmlns:a16="http://schemas.microsoft.com/office/drawing/2014/main" id="{D84C2E9E-0B5D-4B5F-9A1F-70EBDCE390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9" name="Straight Connector 68">
            <a:extLst>
              <a:ext uri="{FF2B5EF4-FFF2-40B4-BE49-F238E27FC236}">
                <a16:creationId xmlns:a16="http://schemas.microsoft.com/office/drawing/2014/main" id="{07A9243D-8FC3-4B36-874B-55906B03F48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096001" y="3209925"/>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p:cNvSpPr>
            <a:spLocks noGrp="1"/>
          </p:cNvSpPr>
          <p:nvPr>
            <p:ph type="title"/>
          </p:nvPr>
        </p:nvSpPr>
        <p:spPr>
          <a:xfrm>
            <a:off x="643080" y="1509832"/>
            <a:ext cx="3932030" cy="3956690"/>
          </a:xfrm>
        </p:spPr>
        <p:txBody>
          <a:bodyPr anchor="ctr">
            <a:normAutofit/>
          </a:bodyPr>
          <a:lstStyle/>
          <a:p>
            <a:r>
              <a:rPr lang="en-US" sz="8000" dirty="0">
                <a:solidFill>
                  <a:schemeClr val="bg1"/>
                </a:solidFill>
              </a:rPr>
              <a:t>Activity</a:t>
            </a:r>
            <a:br>
              <a:rPr lang="en-US" sz="8000" dirty="0">
                <a:solidFill>
                  <a:schemeClr val="bg1"/>
                </a:solidFill>
              </a:rPr>
            </a:br>
            <a:r>
              <a:rPr lang="en-US" sz="8000" dirty="0">
                <a:solidFill>
                  <a:schemeClr val="bg1"/>
                </a:solidFill>
              </a:rPr>
              <a:t>Diagram</a:t>
            </a:r>
          </a:p>
        </p:txBody>
      </p:sp>
      <p:cxnSp>
        <p:nvCxnSpPr>
          <p:cNvPr id="20" name="Straight Connector 19">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90FABC70-625F-9B69-B104-2AC914C30F33}"/>
              </a:ext>
            </a:extLst>
          </p:cNvPr>
          <p:cNvPicPr>
            <a:picLocks noChangeAspect="1"/>
          </p:cNvPicPr>
          <p:nvPr/>
        </p:nvPicPr>
        <p:blipFill rotWithShape="1">
          <a:blip r:embed="rId4"/>
          <a:srcRect l="2885" r="29007" b="3718"/>
          <a:stretch>
            <a:fillRect/>
          </a:stretch>
        </p:blipFill>
        <p:spPr bwMode="auto">
          <a:xfrm>
            <a:off x="6703970" y="314738"/>
            <a:ext cx="3685734" cy="6232194"/>
          </a:xfrm>
          <a:prstGeom prst="rect">
            <a:avLst/>
          </a:prstGeom>
          <a:ln>
            <a:noFill/>
          </a:ln>
          <a:extLst>
            <a:ext uri="{53640926-AAD7-44D8-BBD7-CCE9431645EC}">
              <a14:shadowObscured xmlns:a14="http://schemas.microsoft.com/office/drawing/2010/main"/>
            </a:ext>
          </a:extLst>
        </p:spPr>
      </p:pic>
    </p:spTree>
    <p:custDataLst>
      <p:tags r:id="rId1"/>
    </p:custDataLst>
    <p:extLst>
      <p:ext uri="{BB962C8B-B14F-4D97-AF65-F5344CB8AC3E}">
        <p14:creationId xmlns:p14="http://schemas.microsoft.com/office/powerpoint/2010/main" val="3564055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p:cNvSpPr>
            <a:spLocks noGrp="1"/>
          </p:cNvSpPr>
          <p:nvPr>
            <p:ph type="title"/>
          </p:nvPr>
        </p:nvSpPr>
        <p:spPr>
          <a:xfrm>
            <a:off x="1014141" y="1450655"/>
            <a:ext cx="3932030" cy="3956690"/>
          </a:xfrm>
        </p:spPr>
        <p:txBody>
          <a:bodyPr anchor="ctr">
            <a:normAutofit/>
          </a:bodyPr>
          <a:lstStyle/>
          <a:p>
            <a:r>
              <a:rPr lang="en-US" sz="8000">
                <a:solidFill>
                  <a:schemeClr val="bg1"/>
                </a:solidFill>
              </a:rPr>
              <a:t>Security</a:t>
            </a:r>
          </a:p>
        </p:txBody>
      </p:sp>
      <p:cxnSp>
        <p:nvCxnSpPr>
          <p:cNvPr id="20" name="Straight Connector 19">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6096000" y="1108061"/>
            <a:ext cx="5008901" cy="4571972"/>
          </a:xfrm>
        </p:spPr>
        <p:txBody>
          <a:bodyPr anchor="ctr">
            <a:normAutofit/>
          </a:bodyPr>
          <a:lstStyle/>
          <a:p>
            <a:r>
              <a:rPr lang="en-US" sz="2000" dirty="0">
                <a:solidFill>
                  <a:schemeClr val="bg1"/>
                </a:solidFill>
              </a:rPr>
              <a:t>Secure Login</a:t>
            </a:r>
          </a:p>
          <a:p>
            <a:r>
              <a:rPr lang="en-US" sz="2000" dirty="0">
                <a:solidFill>
                  <a:schemeClr val="bg1"/>
                </a:solidFill>
              </a:rPr>
              <a:t>Role-based access</a:t>
            </a:r>
          </a:p>
          <a:p>
            <a:r>
              <a:rPr lang="en-US" sz="2000" dirty="0">
                <a:solidFill>
                  <a:schemeClr val="bg1"/>
                </a:solidFill>
              </a:rPr>
              <a:t>Data protection</a:t>
            </a:r>
          </a:p>
        </p:txBody>
      </p:sp>
    </p:spTree>
    <p:custDataLst>
      <p:tags r:id="rId1"/>
    </p:custDataLst>
    <p:extLst>
      <p:ext uri="{BB962C8B-B14F-4D97-AF65-F5344CB8AC3E}">
        <p14:creationId xmlns:p14="http://schemas.microsoft.com/office/powerpoint/2010/main" val="376843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p:cNvSpPr>
            <a:spLocks noGrp="1"/>
          </p:cNvSpPr>
          <p:nvPr>
            <p:ph type="title"/>
          </p:nvPr>
        </p:nvSpPr>
        <p:spPr>
          <a:xfrm>
            <a:off x="1014141" y="1450655"/>
            <a:ext cx="3932030" cy="3956690"/>
          </a:xfrm>
        </p:spPr>
        <p:txBody>
          <a:bodyPr anchor="ctr">
            <a:normAutofit/>
          </a:bodyPr>
          <a:lstStyle/>
          <a:p>
            <a:r>
              <a:rPr lang="en-US" sz="6200">
                <a:solidFill>
                  <a:schemeClr val="bg1"/>
                </a:solidFill>
              </a:rPr>
              <a:t>System Limitations</a:t>
            </a:r>
          </a:p>
        </p:txBody>
      </p:sp>
      <p:cxnSp>
        <p:nvCxnSpPr>
          <p:cNvPr id="20" name="Straight Connector 19">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type="body" idx="1"/>
          </p:nvPr>
        </p:nvSpPr>
        <p:spPr>
          <a:xfrm>
            <a:off x="6096000" y="1108061"/>
            <a:ext cx="5008901" cy="4571972"/>
          </a:xfrm>
        </p:spPr>
        <p:txBody>
          <a:bodyPr anchor="ctr">
            <a:normAutofit/>
          </a:bodyPr>
          <a:lstStyle/>
          <a:p>
            <a:r>
              <a:rPr lang="en-US" sz="2000" dirty="0">
                <a:solidFill>
                  <a:schemeClr val="bg1"/>
                </a:solidFill>
              </a:rPr>
              <a:t>Internet Required</a:t>
            </a:r>
          </a:p>
          <a:p>
            <a:r>
              <a:rPr lang="en-US" sz="2000" dirty="0">
                <a:solidFill>
                  <a:schemeClr val="bg1"/>
                </a:solidFill>
              </a:rPr>
              <a:t>Budget limits</a:t>
            </a:r>
          </a:p>
          <a:p>
            <a:r>
              <a:rPr lang="en-US" sz="2000" dirty="0">
                <a:solidFill>
                  <a:schemeClr val="bg1"/>
                </a:solidFill>
              </a:rPr>
              <a:t>Future updates needed</a:t>
            </a:r>
          </a:p>
        </p:txBody>
      </p:sp>
    </p:spTree>
    <p:custDataLst>
      <p:tags r:id="rId1"/>
    </p:custDataLst>
    <p:extLst>
      <p:ext uri="{BB962C8B-B14F-4D97-AF65-F5344CB8AC3E}">
        <p14:creationId xmlns:p14="http://schemas.microsoft.com/office/powerpoint/2010/main" val="3225141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2baef15b-b8de-423f-9d8a-46f3686d8848}" enabled="0" method="" siteId="{2baef15b-b8de-423f-9d8a-46f3686d8848}" removed="1"/>
</clbl:labelList>
</file>

<file path=docProps/app.xml><?xml version="1.0" encoding="utf-8"?>
<Properties xmlns="http://schemas.openxmlformats.org/officeDocument/2006/extended-properties" xmlns:vt="http://schemas.openxmlformats.org/officeDocument/2006/docPropsVTypes">
  <Template>WebD281</Template>
  <TotalTime>1430</TotalTime>
  <Words>472</Words>
  <Application>Microsoft Office PowerPoint</Application>
  <PresentationFormat>Widescreen</PresentationFormat>
  <Paragraphs>31</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Cervantes, Daniel</cp:lastModifiedBy>
  <cp:revision>20</cp:revision>
  <dcterms:created xsi:type="dcterms:W3CDTF">2019-10-14T02:36:52Z</dcterms:created>
  <dcterms:modified xsi:type="dcterms:W3CDTF">2026-04-20T04:04:51Z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